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0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0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7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8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35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2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6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75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1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02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54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92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93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0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24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9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8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IBM HR Analytics – Detailed Insights &amp;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Insights &amp;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Analyze employee attrition patterns.</a:t>
            </a:r>
          </a:p>
          <a:p>
            <a:r>
              <a:t>Identify key drivers behind turnover.</a:t>
            </a:r>
          </a:p>
          <a:p>
            <a:r>
              <a:t>Provide data-driven HR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1470 employees, 35+ features.</a:t>
            </a:r>
          </a:p>
          <a:p>
            <a:r>
              <a:t>Features include Age, Income, Tenure, JobRole, Satisfaction.</a:t>
            </a:r>
          </a:p>
          <a:p>
            <a:r>
              <a:t>Target variable: Attrition (Yes/No).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Attrition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Overall Attrition Rate: ~16%.</a:t>
            </a:r>
          </a:p>
          <a:p>
            <a:r>
              <a:t>Male vs Female Attrition Rate difference identified.</a:t>
            </a:r>
          </a:p>
          <a:p>
            <a:r>
              <a:t>Higher attrition among younger employees.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by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Age &lt; 30 shows highest attrition.</a:t>
            </a:r>
          </a:p>
          <a:p>
            <a:r>
              <a:t>The 30-40 age group is more stable.</a:t>
            </a:r>
          </a:p>
          <a:p>
            <a:r>
              <a:t>Employees above 50 have lowest attrition.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Females show slightly higher attrition than males.</a:t>
            </a:r>
          </a:p>
          <a:p>
            <a:r>
              <a:t>Role-specific gender impact observed.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by Tenure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Tenure &lt; 3 years accounts for 60% of attrition.</a:t>
            </a:r>
          </a:p>
          <a:p>
            <a:r>
              <a:t>Strong indication of onboarding/engagement issues.</a:t>
            </a:r>
          </a:p>
          <a:p>
            <a:r>
              <a:t>Long-tenure employees (8+ years) stay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by Monthly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Low-income quartile has highest attrition.</a:t>
            </a:r>
          </a:p>
          <a:p>
            <a:r>
              <a:t>Income is positively correlated with retention.</a:t>
            </a:r>
          </a:p>
          <a:p>
            <a:r>
              <a:t>Salary adjustments may improve turnover.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by Job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Sales Executives show highest attrition.</a:t>
            </a:r>
          </a:p>
          <a:p>
            <a:r>
              <a:t>Lab Technicians and Human Resources roles also high.</a:t>
            </a:r>
          </a:p>
          <a:p>
            <a:r>
              <a:t>R&amp;D roles show lower attrition.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Satisfaction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Lower satisfaction strongly correlates with attrition.</a:t>
            </a:r>
          </a:p>
          <a:p>
            <a:r>
              <a:t>Employees with JobSatisfaction=1 leave most.</a:t>
            </a:r>
          </a:p>
          <a:p>
            <a:r>
              <a:t>Higher satisfaction = lower attrition.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Work-Life Balance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Poor WLB increases attrition likelihood.</a:t>
            </a:r>
          </a:p>
          <a:p>
            <a:r>
              <a:t>Employees rating WLB=1 show high turnover.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Rating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Performance rating itself not a strong predictor.</a:t>
            </a:r>
          </a:p>
          <a:p>
            <a:r>
              <a:t>Most employees rated high, causing low variance.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Income, Age, Tenure positively correlated to retention.</a:t>
            </a:r>
          </a:p>
          <a:p>
            <a:r>
              <a:t>DistanceFromHome weak correlation with attrition.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Logistic Regression AUC ≈ 0.78.</a:t>
            </a:r>
          </a:p>
          <a:p>
            <a:r>
              <a:t>Random Forest AUC ≈ 0.84.</a:t>
            </a:r>
          </a:p>
          <a:p>
            <a:r>
              <a:t>Key predictors: Age, Income, Tenure.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Improve onboarding for 0–3 year employees.</a:t>
            </a:r>
          </a:p>
          <a:p>
            <a:r>
              <a:t>Increase pay bands for vulnerable job roles.</a:t>
            </a:r>
          </a:p>
          <a:p>
            <a:r>
              <a:t>Strengthen WLB initiatives for young staff.</a:t>
            </a:r>
          </a:p>
          <a:p>
            <a:r>
              <a:t>Launch career development programs.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339</Words>
  <Application>Microsoft Office PowerPoint</Application>
  <PresentationFormat>On-screen Show (4:3)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IBM HR Analytics – Detailed Insights &amp; Metrics</vt:lpstr>
      <vt:lpstr>Project Objective</vt:lpstr>
      <vt:lpstr>Dataset Overview</vt:lpstr>
      <vt:lpstr>Overall Attrition Metrics</vt:lpstr>
      <vt:lpstr>Attrition by Age</vt:lpstr>
      <vt:lpstr>Attrition by Gender</vt:lpstr>
      <vt:lpstr>Attrition by Tenure</vt:lpstr>
      <vt:lpstr>Attrition by Monthly Income</vt:lpstr>
      <vt:lpstr>Attrition by Job Role</vt:lpstr>
      <vt:lpstr>Job Satisfaction Insights</vt:lpstr>
      <vt:lpstr>Work-Life Balance Metrics</vt:lpstr>
      <vt:lpstr>Performance Rating Metrics</vt:lpstr>
      <vt:lpstr>Correlation Insights</vt:lpstr>
      <vt:lpstr>Model Performance Metrics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Chandola</cp:lastModifiedBy>
  <cp:revision>2</cp:revision>
  <dcterms:created xsi:type="dcterms:W3CDTF">2013-01-27T09:14:16Z</dcterms:created>
  <dcterms:modified xsi:type="dcterms:W3CDTF">2025-11-10T06:02:18Z</dcterms:modified>
  <cp:category/>
</cp:coreProperties>
</file>